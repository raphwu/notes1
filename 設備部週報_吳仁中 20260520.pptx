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2"/>
  </p:notesMasterIdLst>
  <p:handoutMasterIdLst>
    <p:handoutMasterId r:id="rId13"/>
  </p:handoutMasterIdLst>
  <p:sldIdLst>
    <p:sldId id="1161" r:id="rId2"/>
    <p:sldId id="1773" r:id="rId3"/>
    <p:sldId id="1771" r:id="rId4"/>
    <p:sldId id="1793" r:id="rId5"/>
    <p:sldId id="1786" r:id="rId6"/>
    <p:sldId id="1789" r:id="rId7"/>
    <p:sldId id="1795" r:id="rId8"/>
    <p:sldId id="1794" r:id="rId9"/>
    <p:sldId id="1796" r:id="rId10"/>
    <p:sldId id="1797" r:id="rId11"/>
  </p:sldIdLst>
  <p:sldSz cx="9144000" cy="6858000" type="screen4x3"/>
  <p:notesSz cx="9866313" cy="142954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27519E2-A0D3-4B5B-94BE-A13338663232}">
          <p14:sldIdLst>
            <p14:sldId id="1161"/>
            <p14:sldId id="1773"/>
            <p14:sldId id="1771"/>
          </p14:sldIdLst>
        </p14:section>
        <p14:section name="366旋入機" id="{EBEA75DE-7F45-4D9B-91A1-02B4D69F8819}">
          <p14:sldIdLst>
            <p14:sldId id="1793"/>
            <p14:sldId id="1786"/>
            <p14:sldId id="1789"/>
            <p14:sldId id="1795"/>
            <p14:sldId id="1794"/>
            <p14:sldId id="1796"/>
            <p14:sldId id="1797"/>
          </p14:sldIdLst>
        </p14:section>
        <p14:section name="未命名的章節" id="{1D0C1127-1849-4D4C-B096-19F975D0AE90}">
          <p14:sldIdLst/>
        </p14:section>
        <p14:section name="切割機" id="{C4586997-6D46-442B-8509-C2FA808EFB70}">
          <p14:sldIdLst/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07">
          <p15:clr>
            <a:srgbClr val="A4A3A4"/>
          </p15:clr>
        </p15:guide>
        <p15:guide id="2" pos="2122">
          <p15:clr>
            <a:srgbClr val="A4A3A4"/>
          </p15:clr>
        </p15:guide>
        <p15:guide id="3" orient="horz" pos="4502">
          <p15:clr>
            <a:srgbClr val="A4A3A4"/>
          </p15:clr>
        </p15:guide>
        <p15:guide id="4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6666"/>
    <a:srgbClr val="008000"/>
    <a:srgbClr val="FF0066"/>
    <a:srgbClr val="FF3300"/>
    <a:srgbClr val="FFFF99"/>
    <a:srgbClr val="FF00FF"/>
    <a:srgbClr val="FFFF00"/>
    <a:srgbClr val="00FF0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592949-E5C0-49C6-91D1-A07258157EBB}" v="311" dt="2026-04-28T16:56:16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深色樣式 1 - 輔色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4548" autoAdjust="0"/>
  </p:normalViewPr>
  <p:slideViewPr>
    <p:cSldViewPr>
      <p:cViewPr varScale="1">
        <p:scale>
          <a:sx n="109" d="100"/>
          <a:sy n="109" d="100"/>
        </p:scale>
        <p:origin x="-2202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1950" y="-108"/>
      </p:cViewPr>
      <p:guideLst>
        <p:guide orient="horz" pos="3107"/>
        <p:guide orient="horz" pos="4502"/>
        <p:guide pos="2122"/>
        <p:guide pos="31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Wu" userId="222e91bd63df5811" providerId="LiveId" clId="{534A9F1F-5294-42C7-A279-6BCD5E88610A}"/>
    <pc:docChg chg="undo redo custSel addSld delSld modSld modSection">
      <pc:chgData name="Raphael Wu" userId="222e91bd63df5811" providerId="LiveId" clId="{534A9F1F-5294-42C7-A279-6BCD5E88610A}" dt="2026-04-28T16:56:16.771" v="657"/>
      <pc:docMkLst>
        <pc:docMk/>
      </pc:docMkLst>
      <pc:sldChg chg="addSp delSp modSp mod modClrScheme chgLayout">
        <pc:chgData name="Raphael Wu" userId="222e91bd63df5811" providerId="LiveId" clId="{534A9F1F-5294-42C7-A279-6BCD5E88610A}" dt="2026-04-28T16:56:16.771" v="657"/>
        <pc:sldMkLst>
          <pc:docMk/>
          <pc:sldMk cId="1932736482" sldId="1786"/>
        </pc:sldMkLst>
        <pc:spChg chg="add mod">
          <ac:chgData name="Raphael Wu" userId="222e91bd63df5811" providerId="LiveId" clId="{534A9F1F-5294-42C7-A279-6BCD5E88610A}" dt="2026-04-28T16:56:16.771" v="657"/>
          <ac:spMkLst>
            <pc:docMk/>
            <pc:sldMk cId="1932736482" sldId="1786"/>
            <ac:spMk id="2" creationId="{6263174D-9A64-366A-6A59-F4F84DDA189A}"/>
          </ac:spMkLst>
        </pc:spChg>
        <pc:spChg chg="mod">
          <ac:chgData name="Raphael Wu" userId="222e91bd63df5811" providerId="LiveId" clId="{534A9F1F-5294-42C7-A279-6BCD5E88610A}" dt="2026-04-28T16:49:53.024" v="315" actId="6549"/>
          <ac:spMkLst>
            <pc:docMk/>
            <pc:sldMk cId="1932736482" sldId="1786"/>
            <ac:spMk id="7" creationId="{00000000-0000-0000-0000-000000000000}"/>
          </ac:spMkLst>
        </pc:spChg>
        <pc:spChg chg="add del mod">
          <ac:chgData name="Raphael Wu" userId="222e91bd63df5811" providerId="LiveId" clId="{534A9F1F-5294-42C7-A279-6BCD5E88610A}" dt="2026-04-28T16:28:50.600" v="127" actId="26606"/>
          <ac:spMkLst>
            <pc:docMk/>
            <pc:sldMk cId="1932736482" sldId="1786"/>
            <ac:spMk id="4102" creationId="{2F0A4A04-5D0A-3564-8B34-22F0368FA1CC}"/>
          </ac:spMkLst>
        </pc:spChg>
        <pc:spChg chg="add del mod">
          <ac:chgData name="Raphael Wu" userId="222e91bd63df5811" providerId="LiveId" clId="{534A9F1F-5294-42C7-A279-6BCD5E88610A}" dt="2026-04-28T16:28:33.709" v="100" actId="26606"/>
          <ac:spMkLst>
            <pc:docMk/>
            <pc:sldMk cId="1932736482" sldId="1786"/>
            <ac:spMk id="4105" creationId="{F30B511C-3254-4D78-72B3-CA260AF87E62}"/>
          </ac:spMkLst>
        </pc:spChg>
        <pc:picChg chg="add del mod">
          <ac:chgData name="Raphael Wu" userId="222e91bd63df5811" providerId="LiveId" clId="{534A9F1F-5294-42C7-A279-6BCD5E88610A}" dt="2026-04-28T16:53:09.303" v="320" actId="478"/>
          <ac:picMkLst>
            <pc:docMk/>
            <pc:sldMk cId="1932736482" sldId="1786"/>
            <ac:picMk id="4" creationId="{96C6F8BA-C4E1-5051-DA02-6CB3F3E0829E}"/>
          </ac:picMkLst>
        </pc:picChg>
        <pc:picChg chg="del mod">
          <ac:chgData name="Raphael Wu" userId="222e91bd63df5811" providerId="LiveId" clId="{534A9F1F-5294-42C7-A279-6BCD5E88610A}" dt="2026-04-28T16:28:58.792" v="130" actId="478"/>
          <ac:picMkLst>
            <pc:docMk/>
            <pc:sldMk cId="1932736482" sldId="1786"/>
            <ac:picMk id="4100" creationId="{00000000-0000-0000-0000-000000000000}"/>
          </ac:picMkLst>
        </pc:picChg>
      </pc:sldChg>
      <pc:sldChg chg="add del">
        <pc:chgData name="Raphael Wu" userId="222e91bd63df5811" providerId="LiveId" clId="{534A9F1F-5294-42C7-A279-6BCD5E88610A}" dt="2026-04-28T16:26:06.246" v="75" actId="47"/>
        <pc:sldMkLst>
          <pc:docMk/>
          <pc:sldMk cId="1145227835" sldId="1787"/>
        </pc:sldMkLst>
      </pc:sldChg>
      <pc:sldChg chg="modSp mod">
        <pc:chgData name="Raphael Wu" userId="222e91bd63df5811" providerId="LiveId" clId="{534A9F1F-5294-42C7-A279-6BCD5E88610A}" dt="2026-04-28T16:50:03.077" v="317" actId="20577"/>
        <pc:sldMkLst>
          <pc:docMk/>
          <pc:sldMk cId="888775061" sldId="1788"/>
        </pc:sldMkLst>
        <pc:spChg chg="mod">
          <ac:chgData name="Raphael Wu" userId="222e91bd63df5811" providerId="LiveId" clId="{534A9F1F-5294-42C7-A279-6BCD5E88610A}" dt="2026-04-28T16:50:03.077" v="317" actId="20577"/>
          <ac:spMkLst>
            <pc:docMk/>
            <pc:sldMk cId="888775061" sldId="1788"/>
            <ac:spMk id="7" creationId="{00000000-0000-0000-0000-000000000000}"/>
          </ac:spMkLst>
        </pc:spChg>
      </pc:sldChg>
      <pc:sldChg chg="addSp delSp modSp new add del mod">
        <pc:chgData name="Raphael Wu" userId="222e91bd63df5811" providerId="LiveId" clId="{534A9F1F-5294-42C7-A279-6BCD5E88610A}" dt="2026-04-28T16:50:06.592" v="318"/>
        <pc:sldMkLst>
          <pc:docMk/>
          <pc:sldMk cId="3143720186" sldId="1790"/>
        </pc:sldMkLst>
        <pc:spChg chg="add del">
          <ac:chgData name="Raphael Wu" userId="222e91bd63df5811" providerId="LiveId" clId="{534A9F1F-5294-42C7-A279-6BCD5E88610A}" dt="2026-04-28T16:26:06.806" v="78" actId="478"/>
          <ac:spMkLst>
            <pc:docMk/>
            <pc:sldMk cId="3143720186" sldId="1790"/>
            <ac:spMk id="2" creationId="{56FD1E11-8872-D8BA-2D6C-C5512FDAF4B5}"/>
          </ac:spMkLst>
        </pc:spChg>
        <pc:spChg chg="add del">
          <ac:chgData name="Raphael Wu" userId="222e91bd63df5811" providerId="LiveId" clId="{534A9F1F-5294-42C7-A279-6BCD5E88610A}" dt="2026-04-28T16:26:06.785" v="77" actId="478"/>
          <ac:spMkLst>
            <pc:docMk/>
            <pc:sldMk cId="3143720186" sldId="1790"/>
            <ac:spMk id="3" creationId="{C6D84A7A-821B-36E2-07E9-A9631CCC3E0E}"/>
          </ac:spMkLst>
        </pc:spChg>
        <pc:spChg chg="add mod">
          <ac:chgData name="Raphael Wu" userId="222e91bd63df5811" providerId="LiveId" clId="{534A9F1F-5294-42C7-A279-6BCD5E88610A}" dt="2026-04-28T16:50:06.592" v="318"/>
          <ac:spMkLst>
            <pc:docMk/>
            <pc:sldMk cId="3143720186" sldId="1790"/>
            <ac:spMk id="4" creationId="{2D4D2B73-B008-B5AD-CC0D-F1827BE7F03A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7733" y="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358009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7733" y="1358009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A61D345C-E68B-4329-AC0F-C4C3B9CF378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0221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7733" y="1"/>
            <a:ext cx="4276254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2075" y="1074738"/>
            <a:ext cx="7145338" cy="5359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5934" y="6790045"/>
            <a:ext cx="7894446" cy="643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3577791"/>
            <a:ext cx="4276255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7733" y="13577791"/>
            <a:ext cx="4276254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D7998E3E-5623-489C-8648-2C38346DFE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0966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998E3E-5623-489C-8648-2C38346DFE17}" type="slidenum">
              <a:rPr lang="zh-TW" altLang="en-US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13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</p:grpSp>
      </p:grp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graphicFrame>
        <p:nvGraphicFramePr>
          <p:cNvPr id="19" name="Object 24"/>
          <p:cNvGraphicFramePr>
            <a:graphicFrameLocks noChangeAspect="1"/>
          </p:cNvGraphicFramePr>
          <p:nvPr/>
        </p:nvGraphicFramePr>
        <p:xfrm>
          <a:off x="152400" y="304800"/>
          <a:ext cx="2895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" name="Photo Editor 影像 " r:id="rId3" imgW="11050542" imgH="2095793" progId="MSPhotoEd.3">
                  <p:embed/>
                </p:oleObj>
              </mc:Choice>
              <mc:Fallback>
                <p:oleObj name="Photo Editor 影像 " r:id="rId3" imgW="11050542" imgH="2095793" progId="MSPhotoEd.3">
                  <p:embed/>
                  <p:pic>
                    <p:nvPicPr>
                      <p:cNvPr id="1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04800"/>
                        <a:ext cx="2895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7301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ea typeface="+mn-ea"/>
              </a:defRPr>
            </a:lvl1pPr>
          </a:lstStyle>
          <a:p>
            <a:pPr>
              <a:defRPr/>
            </a:pPr>
            <a:fld id="{77A7E8C0-9A0D-4D03-A977-6C665D9EACC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635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3876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1148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4771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矩形 7"/>
          <p:cNvSpPr/>
          <p:nvPr userDrawn="1"/>
        </p:nvSpPr>
        <p:spPr bwMode="auto">
          <a:xfrm>
            <a:off x="304800" y="5969726"/>
            <a:ext cx="8686800" cy="838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7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3833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5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399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2103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689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334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04078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905000"/>
            <a:ext cx="8229600" cy="3886200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7485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4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4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</p:grp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Enabling Your Success</a:t>
            </a:r>
            <a:endParaRPr lang="zh-TW" altLang="en-US"/>
          </a:p>
        </p:txBody>
      </p:sp>
      <p:sp>
        <p:nvSpPr>
          <p:cNvPr id="1030" name="Rectangle 17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sp>
        <p:nvSpPr>
          <p:cNvPr id="1032" name="Text Box 24"/>
          <p:cNvSpPr txBox="1">
            <a:spLocks noChangeArrowheads="1"/>
          </p:cNvSpPr>
          <p:nvPr/>
        </p:nvSpPr>
        <p:spPr bwMode="auto">
          <a:xfrm>
            <a:off x="6096000" y="152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400">
                <a:solidFill>
                  <a:schemeClr val="accent2"/>
                </a:solidFill>
                <a:ea typeface="標楷體" pitchFamily="65" charset="-120"/>
              </a:rPr>
              <a:t>CALIN TECHNOLOGY CO.LTD.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800">
          <a:solidFill>
            <a:schemeClr val="tx1"/>
          </a:solidFill>
          <a:latin typeface="+mn-lt"/>
          <a:ea typeface="新細明體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新細明體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新細明體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114300" y="1499347"/>
            <a:ext cx="8915400" cy="1447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設備部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治工具設計課報告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075" name="Text Box 4"/>
          <p:cNvSpPr>
            <a:spLocks noChangeArrowheads="1"/>
          </p:cNvSpPr>
          <p:nvPr/>
        </p:nvSpPr>
        <p:spPr bwMode="auto">
          <a:xfrm>
            <a:off x="3048000" y="4419600"/>
            <a:ext cx="3429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報告人：吳仁中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日期：</a:t>
            </a:r>
            <a:r>
              <a:rPr lang="en-US" altLang="zh-TW" b="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2026/05/20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1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sp>
        <p:nvSpPr>
          <p:cNvPr id="9" name="動作按鈕: 下一項 8">
            <a:hlinkClick r:id="rId2" action="ppaction://hlinksldjump" highlightClick="1"/>
          </p:cNvPr>
          <p:cNvSpPr/>
          <p:nvPr/>
        </p:nvSpPr>
        <p:spPr bwMode="auto">
          <a:xfrm>
            <a:off x="8001000" y="2527200"/>
            <a:ext cx="216000" cy="2160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76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1292229" y="2279650"/>
            <a:ext cx="6480175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標楷體" pitchFamily="65" charset="-120"/>
                <a:cs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報告完畢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感謝指教</a:t>
            </a:r>
          </a:p>
        </p:txBody>
      </p:sp>
    </p:spTree>
    <p:extLst>
      <p:ext uri="{BB962C8B-B14F-4D97-AF65-F5344CB8AC3E}">
        <p14:creationId xmlns:p14="http://schemas.microsoft.com/office/powerpoint/2010/main" val="265698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11843" y="380999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資料擷取模組取樣效率改進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533400" y="842664"/>
            <a:ext cx="7391400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>
              <a:lnSpc>
                <a:spcPct val="150000"/>
              </a:lnSpc>
              <a:buClrTx/>
              <a:buNone/>
            </a:pPr>
            <a:r>
              <a:rPr lang="zh-TW" altLang="en-US" sz="2000" b="0" kern="0" dirty="0" smtClean="0">
                <a:latin typeface="+mn-ea"/>
              </a:rPr>
              <a:t>改善前：</a:t>
            </a:r>
            <a:endParaRPr lang="en-US" altLang="zh-TW" sz="2000" b="0" kern="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768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411843" y="38099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資料擷取模組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取樣效率改進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533400" y="990600"/>
            <a:ext cx="8077200" cy="533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>
              <a:lnSpc>
                <a:spcPts val="4000"/>
              </a:lnSpc>
              <a:spcBef>
                <a:spcPts val="1200"/>
              </a:spcBef>
              <a:buClrTx/>
              <a:buNone/>
            </a:pPr>
            <a:r>
              <a:rPr lang="zh-TW" altLang="en-US" b="0" kern="0" dirty="0" smtClean="0">
                <a:latin typeface="+mn-ea"/>
                <a:ea typeface="+mn-ea"/>
              </a:rPr>
              <a:t>原取樣效率較差，有以下問題點：</a:t>
            </a:r>
            <a:endParaRPr lang="en-US" altLang="zh-TW" b="0" kern="0" dirty="0" smtClean="0">
              <a:latin typeface="+mn-ea"/>
              <a:ea typeface="+mn-ea"/>
            </a:endParaRPr>
          </a:p>
          <a:p>
            <a:pPr>
              <a:lnSpc>
                <a:spcPts val="4000"/>
              </a:lnSpc>
              <a:spcBef>
                <a:spcPts val="1200"/>
              </a:spcBef>
              <a:buClrTx/>
            </a:pPr>
            <a:r>
              <a:rPr lang="zh-TW" altLang="en-US" sz="2000" b="0" kern="0" dirty="0" smtClean="0">
                <a:latin typeface="+mn-ea"/>
                <a:ea typeface="+mn-ea"/>
              </a:rPr>
              <a:t>取樣時間會拉很長：</a:t>
            </a:r>
            <a:r>
              <a:rPr lang="en-US" altLang="zh-TW" sz="2000" b="0" kern="0" dirty="0" smtClean="0">
                <a:latin typeface="+mn-ea"/>
                <a:ea typeface="+mn-ea"/>
              </a:rPr>
              <a:t/>
            </a:r>
            <a:br>
              <a:rPr lang="en-US" altLang="zh-TW" sz="2000" b="0" kern="0" dirty="0" smtClean="0">
                <a:latin typeface="+mn-ea"/>
                <a:ea typeface="+mn-ea"/>
              </a:rPr>
            </a:br>
            <a:r>
              <a:rPr lang="zh-TW" altLang="en-US" sz="2000" b="0" kern="0" dirty="0" smtClean="0">
                <a:latin typeface="+mn-ea"/>
                <a:ea typeface="+mn-ea"/>
              </a:rPr>
              <a:t>因為每轉一圈能取到的資料點數較少，需要轉很多圈才能抓到全部角度。如果每個角度要至少抓</a:t>
            </a:r>
            <a:r>
              <a:rPr lang="en-US" altLang="zh-TW" sz="2000" b="0" kern="0" dirty="0" smtClean="0">
                <a:latin typeface="+mn-ea"/>
                <a:ea typeface="+mn-ea"/>
              </a:rPr>
              <a:t>5</a:t>
            </a:r>
            <a:r>
              <a:rPr lang="zh-TW" altLang="en-US" sz="2000" b="0" kern="0" dirty="0" smtClean="0">
                <a:latin typeface="+mn-ea"/>
                <a:ea typeface="+mn-ea"/>
              </a:rPr>
              <a:t>個樣本值，花費時間更久。</a:t>
            </a:r>
            <a:r>
              <a:rPr lang="en-US" altLang="zh-TW" sz="2000" b="0" kern="0" dirty="0" smtClean="0">
                <a:latin typeface="+mn-ea"/>
                <a:ea typeface="+mn-ea"/>
              </a:rPr>
              <a:t/>
            </a:r>
            <a:br>
              <a:rPr lang="en-US" altLang="zh-TW" sz="2000" b="0" kern="0" dirty="0" smtClean="0">
                <a:latin typeface="+mn-ea"/>
                <a:ea typeface="+mn-ea"/>
              </a:rPr>
            </a:br>
            <a:r>
              <a:rPr lang="zh-TW" altLang="en-US" sz="2000" b="0" kern="0" dirty="0" smtClean="0">
                <a:latin typeface="+mn-ea"/>
                <a:ea typeface="+mn-ea"/>
              </a:rPr>
              <a:t>實測時至少都要</a:t>
            </a:r>
            <a:r>
              <a:rPr lang="en-US" altLang="zh-TW" sz="2000" b="0" kern="0" dirty="0" smtClean="0">
                <a:latin typeface="+mn-ea"/>
                <a:ea typeface="+mn-ea"/>
              </a:rPr>
              <a:t>15</a:t>
            </a:r>
            <a:r>
              <a:rPr lang="zh-TW" altLang="en-US" sz="2000" b="0" kern="0" dirty="0" smtClean="0">
                <a:latin typeface="+mn-ea"/>
                <a:ea typeface="+mn-ea"/>
              </a:rPr>
              <a:t>圈以上，甚至到</a:t>
            </a:r>
            <a:r>
              <a:rPr lang="en-US" altLang="zh-TW" sz="2000" b="0" kern="0" dirty="0" smtClean="0">
                <a:latin typeface="+mn-ea"/>
                <a:ea typeface="+mn-ea"/>
              </a:rPr>
              <a:t>40</a:t>
            </a:r>
            <a:r>
              <a:rPr lang="zh-TW" altLang="en-US" sz="2000" b="0" kern="0" dirty="0" smtClean="0">
                <a:latin typeface="+mn-ea"/>
                <a:ea typeface="+mn-ea"/>
              </a:rPr>
              <a:t>多圈。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>
              <a:lnSpc>
                <a:spcPts val="4000"/>
              </a:lnSpc>
              <a:spcBef>
                <a:spcPts val="1200"/>
              </a:spcBef>
              <a:buClrTx/>
            </a:pPr>
            <a:r>
              <a:rPr lang="zh-TW" altLang="en-US" sz="2000" b="0" kern="0" dirty="0" smtClean="0">
                <a:latin typeface="+mn-ea"/>
                <a:ea typeface="+mn-ea"/>
              </a:rPr>
              <a:t>取樣解析度被迫減小：</a:t>
            </a:r>
            <a:r>
              <a:rPr lang="en-US" altLang="zh-TW" sz="2000" b="0" kern="0" dirty="0" smtClean="0">
                <a:latin typeface="+mn-ea"/>
                <a:ea typeface="+mn-ea"/>
              </a:rPr>
              <a:t/>
            </a:r>
            <a:br>
              <a:rPr lang="en-US" altLang="zh-TW" sz="2000" b="0" kern="0" dirty="0" smtClean="0">
                <a:latin typeface="+mn-ea"/>
                <a:ea typeface="+mn-ea"/>
              </a:rPr>
            </a:br>
            <a:r>
              <a:rPr lang="zh-TW" altLang="en-US" sz="2000" b="0" kern="0" dirty="0" smtClean="0">
                <a:latin typeface="+mn-ea"/>
                <a:ea typeface="+mn-ea"/>
              </a:rPr>
              <a:t>因為每圈取樣數小，取樣時間很長，在實際運用考量時只能減小解析度。</a:t>
            </a:r>
            <a:endParaRPr lang="en-US" sz="2000" b="0" kern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273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411843" y="380999"/>
            <a:ext cx="5288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取樣效率較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差的原因分析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-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資料傳輸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11843" y="990600"/>
            <a:ext cx="2069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資料傳輸問題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610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411843" y="380999"/>
            <a:ext cx="5288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取樣效率較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差的原因分析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-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資料傳輸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242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411843" y="380999"/>
            <a:ext cx="5211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取樣效率較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差的原因分析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-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Polling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11843" y="990600"/>
            <a:ext cx="2582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Polling 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輪詢問題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815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字方塊 56"/>
          <p:cNvSpPr txBox="1"/>
          <p:nvPr/>
        </p:nvSpPr>
        <p:spPr>
          <a:xfrm>
            <a:off x="411843" y="380999"/>
            <a:ext cx="4519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</a:t>
            </a:r>
            <a:r>
              <a:rPr lang="zh-TW" altLang="en-US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取樣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效率改善後 </a:t>
            </a:r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未到最佳化</a:t>
            </a:r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288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字方塊 42"/>
          <p:cNvSpPr txBox="1"/>
          <p:nvPr/>
        </p:nvSpPr>
        <p:spPr>
          <a:xfrm>
            <a:off x="411843" y="38099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待改善項目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38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xel">
      <a:majorFont>
        <a:latin typeface="Arial"/>
        <a:ea typeface="標楷體"/>
        <a:cs typeface="Arial"/>
      </a:majorFont>
      <a:minorFont>
        <a:latin typeface="Arial"/>
        <a:ea typeface="標楷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150720</TotalTime>
  <Words>108</Words>
  <Application>Microsoft Office PowerPoint</Application>
  <PresentationFormat>如螢幕大小 (4:3)</PresentationFormat>
  <Paragraphs>23</Paragraphs>
  <Slides>10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Pixel</vt:lpstr>
      <vt:lpstr>Photo Editor 影像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台和全球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mlee</dc:creator>
  <cp:lastModifiedBy>Raphael.wu(吳仁中)</cp:lastModifiedBy>
  <cp:revision>10434</cp:revision>
  <cp:lastPrinted>2019-02-20T00:08:27Z</cp:lastPrinted>
  <dcterms:created xsi:type="dcterms:W3CDTF">2003-08-13T01:23:13Z</dcterms:created>
  <dcterms:modified xsi:type="dcterms:W3CDTF">2026-05-19T10:15:46Z</dcterms:modified>
</cp:coreProperties>
</file>